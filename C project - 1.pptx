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4132626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1558059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3271461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62C4A5-E24F-4625-ADF7-D01092BB9631}"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123086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62C4A5-E24F-4625-ADF7-D01092BB9631}" type="datetimeFigureOut">
              <a:rPr lang="en-IN" smtClean="0"/>
              <a:t>09-03-2026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2820189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1090800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611162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2291683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F62C4A5-E24F-4625-ADF7-D01092BB9631}"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3199712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F62C4A5-E24F-4625-ADF7-D01092BB9631}"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3959039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2820905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63416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4138324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1313567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4190220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34055750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62C4A5-E24F-4625-ADF7-D01092BB9631}"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1C12EC-FFCF-4049-A6EC-334C9C46BFC3}" type="slidenum">
              <a:rPr lang="en-IN" smtClean="0"/>
              <a:t>‹#›</a:t>
            </a:fld>
            <a:endParaRPr lang="en-IN"/>
          </a:p>
        </p:txBody>
      </p:sp>
    </p:spTree>
    <p:extLst>
      <p:ext uri="{BB962C8B-B14F-4D97-AF65-F5344CB8AC3E}">
        <p14:creationId xmlns:p14="http://schemas.microsoft.com/office/powerpoint/2010/main" val="236830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F62C4A5-E24F-4625-ADF7-D01092BB9631}" type="datetimeFigureOut">
              <a:rPr lang="en-IN" smtClean="0"/>
              <a:t>09-03-2026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51C12EC-FFCF-4049-A6EC-334C9C46BFC3}" type="slidenum">
              <a:rPr lang="en-IN" smtClean="0"/>
              <a:t>‹#›</a:t>
            </a:fld>
            <a:endParaRPr lang="en-IN"/>
          </a:p>
        </p:txBody>
      </p:sp>
    </p:spTree>
    <p:extLst>
      <p:ext uri="{BB962C8B-B14F-4D97-AF65-F5344CB8AC3E}">
        <p14:creationId xmlns:p14="http://schemas.microsoft.com/office/powerpoint/2010/main" val="7235285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i="1" dirty="0" smtClean="0"/>
              <a:t>C project - 1</a:t>
            </a:r>
            <a:endParaRPr lang="en-IN" b="1" i="1" dirty="0"/>
          </a:p>
        </p:txBody>
      </p:sp>
      <p:sp>
        <p:nvSpPr>
          <p:cNvPr id="3" name="Subtitle 2"/>
          <p:cNvSpPr>
            <a:spLocks noGrp="1"/>
          </p:cNvSpPr>
          <p:nvPr>
            <p:ph type="subTitle" idx="1"/>
          </p:nvPr>
        </p:nvSpPr>
        <p:spPr/>
        <p:txBody>
          <a:bodyPr/>
          <a:lstStyle/>
          <a:p>
            <a:r>
              <a:rPr lang="en-US" b="1" dirty="0" smtClean="0">
                <a:solidFill>
                  <a:schemeClr val="accent3">
                    <a:lumMod val="75000"/>
                  </a:schemeClr>
                </a:solidFill>
                <a:latin typeface="AcmeFont" pitchFamily="2" charset="0"/>
              </a:rPr>
              <a:t>Student marks grades</a:t>
            </a:r>
            <a:endParaRPr lang="en-IN" b="1" dirty="0">
              <a:solidFill>
                <a:schemeClr val="accent3">
                  <a:lumMod val="75000"/>
                </a:schemeClr>
              </a:solidFill>
              <a:latin typeface="AcmeFont" pitchFamily="2" charset="0"/>
            </a:endParaRPr>
          </a:p>
        </p:txBody>
      </p:sp>
    </p:spTree>
    <p:extLst>
      <p:ext uri="{BB962C8B-B14F-4D97-AF65-F5344CB8AC3E}">
        <p14:creationId xmlns:p14="http://schemas.microsoft.com/office/powerpoint/2010/main" val="2546179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Abstract</a:t>
            </a:r>
            <a:endParaRPr lang="en-IN" dirty="0"/>
          </a:p>
        </p:txBody>
      </p:sp>
      <p:sp>
        <p:nvSpPr>
          <p:cNvPr id="3" name="Content Placeholder 2"/>
          <p:cNvSpPr>
            <a:spLocks noGrp="1"/>
          </p:cNvSpPr>
          <p:nvPr>
            <p:ph idx="1"/>
          </p:nvPr>
        </p:nvSpPr>
        <p:spPr/>
        <p:txBody>
          <a:bodyPr/>
          <a:lstStyle/>
          <a:p>
            <a:r>
              <a:rPr lang="en-US" dirty="0"/>
              <a:t>The Student Grade Management System is a simple C program designed to store and manage student academic records. The program allows the user to enter student details such as name, roll number, and marks of five subjects. It calculates the average marks and assigns a grade based on the average. The details are displayed on the screen and also stored in a file named student_records.txt for future reference. This project demonstrates the use of file handling, conditional statements, and basic input/output operations in C </a:t>
            </a:r>
            <a:r>
              <a:rPr lang="en-US" dirty="0" smtClean="0"/>
              <a:t>programming.</a:t>
            </a:r>
            <a:endParaRPr lang="en-IN" dirty="0"/>
          </a:p>
        </p:txBody>
      </p:sp>
    </p:spTree>
    <p:extLst>
      <p:ext uri="{BB962C8B-B14F-4D97-AF65-F5344CB8AC3E}">
        <p14:creationId xmlns:p14="http://schemas.microsoft.com/office/powerpoint/2010/main" val="3729353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p>
        </p:txBody>
      </p:sp>
      <p:sp>
        <p:nvSpPr>
          <p:cNvPr id="3" name="Content Placeholder 2"/>
          <p:cNvSpPr>
            <a:spLocks noGrp="1"/>
          </p:cNvSpPr>
          <p:nvPr>
            <p:ph idx="1"/>
          </p:nvPr>
        </p:nvSpPr>
        <p:spPr/>
        <p:txBody>
          <a:bodyPr/>
          <a:lstStyle/>
          <a:p>
            <a:r>
              <a:rPr lang="en-US" dirty="0"/>
              <a:t>Managing student records manually can be difficult and time-consuming. Computers make this process faster and more efficient. This project uses the C programming language to create a simple system that records student marks and calculates their grade </a:t>
            </a:r>
            <a:r>
              <a:rPr lang="en-US" dirty="0" err="1"/>
              <a:t>automatically.The</a:t>
            </a:r>
            <a:r>
              <a:rPr lang="en-US" dirty="0"/>
              <a:t> program stores the student information in a text file so that the data can be saved permanently. This project helps in understanding important concepts such as file handling, data processing, and conditional statements in C.</a:t>
            </a:r>
            <a:endParaRPr lang="en-IN" dirty="0"/>
          </a:p>
        </p:txBody>
      </p:sp>
    </p:spTree>
    <p:extLst>
      <p:ext uri="{BB962C8B-B14F-4D97-AF65-F5344CB8AC3E}">
        <p14:creationId xmlns:p14="http://schemas.microsoft.com/office/powerpoint/2010/main" val="1414513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Objectives</a:t>
            </a:r>
          </a:p>
        </p:txBody>
      </p:sp>
      <p:sp>
        <p:nvSpPr>
          <p:cNvPr id="3" name="Content Placeholder 2"/>
          <p:cNvSpPr>
            <a:spLocks noGrp="1"/>
          </p:cNvSpPr>
          <p:nvPr>
            <p:ph idx="1"/>
          </p:nvPr>
        </p:nvSpPr>
        <p:spPr/>
        <p:txBody>
          <a:bodyPr/>
          <a:lstStyle/>
          <a:p>
            <a:r>
              <a:rPr lang="en-US" dirty="0"/>
              <a:t>The main objectives of this project </a:t>
            </a:r>
            <a:r>
              <a:rPr lang="en-US" dirty="0" err="1"/>
              <a:t>are:To</a:t>
            </a:r>
            <a:r>
              <a:rPr lang="en-US" dirty="0"/>
              <a:t> collect student details such as name and roll </a:t>
            </a:r>
            <a:r>
              <a:rPr lang="en-US" dirty="0" err="1"/>
              <a:t>number.To</a:t>
            </a:r>
            <a:r>
              <a:rPr lang="en-US" dirty="0"/>
              <a:t> input marks of five </a:t>
            </a:r>
            <a:r>
              <a:rPr lang="en-US" dirty="0" err="1"/>
              <a:t>subjects.To</a:t>
            </a:r>
            <a:r>
              <a:rPr lang="en-US" dirty="0"/>
              <a:t> calculate the average marks of the </a:t>
            </a:r>
            <a:r>
              <a:rPr lang="en-US" dirty="0" err="1"/>
              <a:t>student.To</a:t>
            </a:r>
            <a:r>
              <a:rPr lang="en-US" dirty="0"/>
              <a:t> determine the grade based on the average </a:t>
            </a:r>
            <a:r>
              <a:rPr lang="en-US" dirty="0" err="1"/>
              <a:t>marks.To</a:t>
            </a:r>
            <a:r>
              <a:rPr lang="en-US" dirty="0"/>
              <a:t> store the student information in a file for future use.</a:t>
            </a:r>
            <a:endParaRPr lang="en-IN" dirty="0"/>
          </a:p>
        </p:txBody>
      </p:sp>
    </p:spTree>
    <p:extLst>
      <p:ext uri="{BB962C8B-B14F-4D97-AF65-F5344CB8AC3E}">
        <p14:creationId xmlns:p14="http://schemas.microsoft.com/office/powerpoint/2010/main" val="1365079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and technology used</a:t>
            </a:r>
            <a:endParaRPr lang="en-IN" dirty="0"/>
          </a:p>
        </p:txBody>
      </p:sp>
      <p:sp>
        <p:nvSpPr>
          <p:cNvPr id="3" name="Text Placeholder 2"/>
          <p:cNvSpPr>
            <a:spLocks noGrp="1"/>
          </p:cNvSpPr>
          <p:nvPr>
            <p:ph type="body" idx="1"/>
          </p:nvPr>
        </p:nvSpPr>
        <p:spPr/>
        <p:txBody>
          <a:bodyPr/>
          <a:lstStyle/>
          <a:p>
            <a:r>
              <a:rPr lang="en-US" dirty="0" smtClean="0"/>
              <a:t>Tools used</a:t>
            </a:r>
            <a:endParaRPr lang="en-IN" dirty="0"/>
          </a:p>
        </p:txBody>
      </p:sp>
      <p:sp>
        <p:nvSpPr>
          <p:cNvPr id="4" name="Content Placeholder 3"/>
          <p:cNvSpPr>
            <a:spLocks noGrp="1"/>
          </p:cNvSpPr>
          <p:nvPr>
            <p:ph sz="half" idx="2"/>
          </p:nvPr>
        </p:nvSpPr>
        <p:spPr/>
        <p:txBody>
          <a:bodyPr/>
          <a:lstStyle/>
          <a:p>
            <a:r>
              <a:rPr lang="en-US" dirty="0" smtClean="0"/>
              <a:t>Programming language</a:t>
            </a:r>
          </a:p>
          <a:p>
            <a:r>
              <a:rPr lang="en-US" dirty="0" smtClean="0"/>
              <a:t>Compiler </a:t>
            </a:r>
          </a:p>
          <a:p>
            <a:r>
              <a:rPr lang="en-US" dirty="0" smtClean="0"/>
              <a:t>Platform</a:t>
            </a:r>
          </a:p>
          <a:p>
            <a:r>
              <a:rPr lang="en-US" dirty="0" smtClean="0"/>
              <a:t>File handling</a:t>
            </a:r>
            <a:endParaRPr lang="en-IN" dirty="0"/>
          </a:p>
        </p:txBody>
      </p:sp>
      <p:sp>
        <p:nvSpPr>
          <p:cNvPr id="5" name="Text Placeholder 4"/>
          <p:cNvSpPr>
            <a:spLocks noGrp="1"/>
          </p:cNvSpPr>
          <p:nvPr>
            <p:ph type="body" sz="quarter" idx="3"/>
          </p:nvPr>
        </p:nvSpPr>
        <p:spPr/>
        <p:txBody>
          <a:bodyPr/>
          <a:lstStyle/>
          <a:p>
            <a:r>
              <a:rPr lang="en-US" dirty="0" smtClean="0"/>
              <a:t>description</a:t>
            </a:r>
            <a:endParaRPr lang="en-IN" dirty="0"/>
          </a:p>
        </p:txBody>
      </p:sp>
      <p:sp>
        <p:nvSpPr>
          <p:cNvPr id="6" name="Content Placeholder 5"/>
          <p:cNvSpPr>
            <a:spLocks noGrp="1"/>
          </p:cNvSpPr>
          <p:nvPr>
            <p:ph sz="quarter" idx="4"/>
          </p:nvPr>
        </p:nvSpPr>
        <p:spPr/>
        <p:txBody>
          <a:bodyPr/>
          <a:lstStyle/>
          <a:p>
            <a:r>
              <a:rPr lang="en-US" dirty="0" smtClean="0"/>
              <a:t>C</a:t>
            </a:r>
          </a:p>
          <a:p>
            <a:r>
              <a:rPr lang="en-US" dirty="0" smtClean="0"/>
              <a:t>GCC</a:t>
            </a:r>
          </a:p>
          <a:p>
            <a:r>
              <a:rPr lang="en-US" dirty="0" smtClean="0"/>
              <a:t>Windows</a:t>
            </a:r>
          </a:p>
          <a:p>
            <a:r>
              <a:rPr lang="en-US" dirty="0" smtClean="0"/>
              <a:t>Used to store student records</a:t>
            </a:r>
          </a:p>
        </p:txBody>
      </p:sp>
    </p:spTree>
    <p:extLst>
      <p:ext uri="{BB962C8B-B14F-4D97-AF65-F5344CB8AC3E}">
        <p14:creationId xmlns:p14="http://schemas.microsoft.com/office/powerpoint/2010/main" val="1614639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Design</a:t>
            </a:r>
          </a:p>
        </p:txBody>
      </p:sp>
      <p:sp>
        <p:nvSpPr>
          <p:cNvPr id="3" name="Content Placeholder 2"/>
          <p:cNvSpPr>
            <a:spLocks noGrp="1"/>
          </p:cNvSpPr>
          <p:nvPr>
            <p:ph sz="half" idx="1"/>
          </p:nvPr>
        </p:nvSpPr>
        <p:spPr/>
        <p:txBody>
          <a:bodyPr/>
          <a:lstStyle/>
          <a:p>
            <a:r>
              <a:rPr lang="en-US" b="1" dirty="0" smtClean="0">
                <a:solidFill>
                  <a:schemeClr val="bg2">
                    <a:lumMod val="60000"/>
                    <a:lumOff val="40000"/>
                  </a:schemeClr>
                </a:solidFill>
              </a:rPr>
              <a:t>Input </a:t>
            </a:r>
          </a:p>
          <a:p>
            <a:r>
              <a:rPr lang="en-US" dirty="0">
                <a:solidFill>
                  <a:schemeClr val="tx1">
                    <a:lumMod val="65000"/>
                  </a:schemeClr>
                </a:solidFill>
              </a:rPr>
              <a:t>Student </a:t>
            </a:r>
            <a:endParaRPr lang="en-US" dirty="0" smtClean="0">
              <a:solidFill>
                <a:schemeClr val="tx1">
                  <a:lumMod val="65000"/>
                </a:schemeClr>
              </a:solidFill>
            </a:endParaRPr>
          </a:p>
          <a:p>
            <a:r>
              <a:rPr lang="en-US" dirty="0" smtClean="0">
                <a:solidFill>
                  <a:schemeClr val="tx1">
                    <a:lumMod val="65000"/>
                  </a:schemeClr>
                </a:solidFill>
              </a:rPr>
              <a:t>Name </a:t>
            </a:r>
          </a:p>
          <a:p>
            <a:r>
              <a:rPr lang="en-US" dirty="0" smtClean="0">
                <a:solidFill>
                  <a:schemeClr val="tx1">
                    <a:lumMod val="65000"/>
                  </a:schemeClr>
                </a:solidFill>
              </a:rPr>
              <a:t>Roll Number</a:t>
            </a:r>
          </a:p>
          <a:p>
            <a:r>
              <a:rPr lang="en-US" dirty="0" smtClean="0">
                <a:solidFill>
                  <a:schemeClr val="tx1">
                    <a:lumMod val="65000"/>
                  </a:schemeClr>
                </a:solidFill>
              </a:rPr>
              <a:t>Marks </a:t>
            </a:r>
            <a:r>
              <a:rPr lang="en-US" dirty="0">
                <a:solidFill>
                  <a:schemeClr val="tx1">
                    <a:lumMod val="65000"/>
                  </a:schemeClr>
                </a:solidFill>
              </a:rPr>
              <a:t>of 5 </a:t>
            </a:r>
            <a:r>
              <a:rPr lang="en-US" dirty="0" smtClean="0">
                <a:solidFill>
                  <a:schemeClr val="tx1">
                    <a:lumMod val="65000"/>
                  </a:schemeClr>
                </a:solidFill>
              </a:rPr>
              <a:t>Subjects</a:t>
            </a:r>
          </a:p>
          <a:p>
            <a:r>
              <a:rPr lang="en-IN" b="1" dirty="0" smtClean="0">
                <a:solidFill>
                  <a:schemeClr val="bg2">
                    <a:lumMod val="60000"/>
                    <a:lumOff val="40000"/>
                  </a:schemeClr>
                </a:solidFill>
              </a:rPr>
              <a:t>Processing</a:t>
            </a:r>
          </a:p>
          <a:p>
            <a:r>
              <a:rPr lang="en-US" dirty="0">
                <a:solidFill>
                  <a:schemeClr val="tx1">
                    <a:lumMod val="65000"/>
                  </a:schemeClr>
                </a:solidFill>
              </a:rPr>
              <a:t>Calculate the average of five subject </a:t>
            </a:r>
            <a:r>
              <a:rPr lang="en-US" dirty="0" smtClean="0">
                <a:solidFill>
                  <a:schemeClr val="tx1">
                    <a:lumMod val="65000"/>
                  </a:schemeClr>
                </a:solidFill>
              </a:rPr>
              <a:t>marks .</a:t>
            </a:r>
          </a:p>
          <a:p>
            <a:r>
              <a:rPr lang="en-US" dirty="0" smtClean="0">
                <a:solidFill>
                  <a:schemeClr val="tx1">
                    <a:lumMod val="65000"/>
                  </a:schemeClr>
                </a:solidFill>
              </a:rPr>
              <a:t>Determine </a:t>
            </a:r>
            <a:r>
              <a:rPr lang="en-US" dirty="0">
                <a:solidFill>
                  <a:schemeClr val="tx1">
                    <a:lumMod val="65000"/>
                  </a:schemeClr>
                </a:solidFill>
              </a:rPr>
              <a:t>grade using conditional statements</a:t>
            </a:r>
            <a:r>
              <a:rPr lang="en-US" b="1" dirty="0">
                <a:solidFill>
                  <a:schemeClr val="bg2">
                    <a:lumMod val="60000"/>
                    <a:lumOff val="40000"/>
                  </a:schemeClr>
                </a:solidFill>
              </a:rPr>
              <a:t>.</a:t>
            </a:r>
            <a:endParaRPr lang="en-IN" b="1" dirty="0">
              <a:solidFill>
                <a:schemeClr val="bg2">
                  <a:lumMod val="60000"/>
                  <a:lumOff val="40000"/>
                </a:schemeClr>
              </a:solidFill>
            </a:endParaRPr>
          </a:p>
        </p:txBody>
      </p:sp>
      <p:sp>
        <p:nvSpPr>
          <p:cNvPr id="4" name="Content Placeholder 3"/>
          <p:cNvSpPr>
            <a:spLocks noGrp="1"/>
          </p:cNvSpPr>
          <p:nvPr>
            <p:ph sz="half" idx="2"/>
          </p:nvPr>
        </p:nvSpPr>
        <p:spPr/>
        <p:txBody>
          <a:bodyPr/>
          <a:lstStyle/>
          <a:p>
            <a:r>
              <a:rPr lang="en-US" b="1" dirty="0" smtClean="0">
                <a:solidFill>
                  <a:schemeClr val="bg2">
                    <a:lumMod val="60000"/>
                    <a:lumOff val="40000"/>
                  </a:schemeClr>
                </a:solidFill>
              </a:rPr>
              <a:t>Output</a:t>
            </a:r>
          </a:p>
          <a:p>
            <a:r>
              <a:rPr lang="en-US" dirty="0">
                <a:solidFill>
                  <a:schemeClr val="tx1">
                    <a:lumMod val="65000"/>
                  </a:schemeClr>
                </a:solidFill>
              </a:rPr>
              <a:t>Display student details, average, and </a:t>
            </a:r>
            <a:r>
              <a:rPr lang="en-US" dirty="0" smtClean="0">
                <a:solidFill>
                  <a:schemeClr val="tx1">
                    <a:lumMod val="65000"/>
                  </a:schemeClr>
                </a:solidFill>
              </a:rPr>
              <a:t>grade.</a:t>
            </a:r>
          </a:p>
          <a:p>
            <a:r>
              <a:rPr lang="en-US" dirty="0" smtClean="0">
                <a:solidFill>
                  <a:schemeClr val="tx1">
                    <a:lumMod val="65000"/>
                  </a:schemeClr>
                </a:solidFill>
              </a:rPr>
              <a:t>Save </a:t>
            </a:r>
            <a:r>
              <a:rPr lang="en-US" dirty="0">
                <a:solidFill>
                  <a:schemeClr val="tx1">
                    <a:lumMod val="65000"/>
                  </a:schemeClr>
                </a:solidFill>
              </a:rPr>
              <a:t>the record in a text file.</a:t>
            </a:r>
            <a:endParaRPr lang="en-IN" dirty="0">
              <a:solidFill>
                <a:schemeClr val="tx1">
                  <a:lumMod val="65000"/>
                </a:schemeClr>
              </a:solidFill>
            </a:endParaRPr>
          </a:p>
        </p:txBody>
      </p:sp>
    </p:spTree>
    <p:extLst>
      <p:ext uri="{BB962C8B-B14F-4D97-AF65-F5344CB8AC3E}">
        <p14:creationId xmlns:p14="http://schemas.microsoft.com/office/powerpoint/2010/main" val="2665027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p:txBody>
          <a:bodyPr/>
          <a:lstStyle/>
          <a:p>
            <a:r>
              <a:rPr lang="en-US" dirty="0"/>
              <a:t>This project successfully demonstrates how to create a simple student grade management system using the C programming language. It calculates the average marks and assigns grades automatically. The use of file handling helps store the data permanently, making the system useful for maintaining student </a:t>
            </a:r>
            <a:r>
              <a:rPr lang="en-US" dirty="0" smtClean="0"/>
              <a:t>records…</a:t>
            </a:r>
            <a:endParaRPr lang="en-IN" dirty="0"/>
          </a:p>
        </p:txBody>
      </p:sp>
    </p:spTree>
    <p:extLst>
      <p:ext uri="{BB962C8B-B14F-4D97-AF65-F5344CB8AC3E}">
        <p14:creationId xmlns:p14="http://schemas.microsoft.com/office/powerpoint/2010/main" val="648836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6000" dirty="0" smtClean="0">
                <a:latin typeface="AddCityboy" panose="00000400000000000000" pitchFamily="2" charset="0"/>
              </a:rPr>
              <a:t>Thank you…….</a:t>
            </a:r>
            <a:endParaRPr lang="en-IN" sz="6000" dirty="0">
              <a:latin typeface="AddCityboy" panose="00000400000000000000" pitchFamily="2" charset="0"/>
            </a:endParaRPr>
          </a:p>
        </p:txBody>
      </p:sp>
    </p:spTree>
    <p:extLst>
      <p:ext uri="{BB962C8B-B14F-4D97-AF65-F5344CB8AC3E}">
        <p14:creationId xmlns:p14="http://schemas.microsoft.com/office/powerpoint/2010/main" val="42054010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10</TotalTime>
  <Words>348</Words>
  <Application>Microsoft Office PowerPoint</Application>
  <PresentationFormat>Widescreen</PresentationFormat>
  <Paragraphs>34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AcmeFont</vt:lpstr>
      <vt:lpstr>AddCityboy</vt:lpstr>
      <vt:lpstr>Arial</vt:lpstr>
      <vt:lpstr>Century Gothic</vt:lpstr>
      <vt:lpstr>Wingdings 3</vt:lpstr>
      <vt:lpstr>Ion</vt:lpstr>
      <vt:lpstr>C project - 1</vt:lpstr>
      <vt:lpstr>Abstract</vt:lpstr>
      <vt:lpstr>Introduction</vt:lpstr>
      <vt:lpstr>Objectives</vt:lpstr>
      <vt:lpstr>Tools and technology used</vt:lpstr>
      <vt:lpstr>System Design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project - 1</dc:title>
  <dc:creator>SS</dc:creator>
  <cp:lastModifiedBy>SS</cp:lastModifiedBy>
  <cp:revision>2</cp:revision>
  <dcterms:created xsi:type="dcterms:W3CDTF">2026-03-09T15:10:39Z</dcterms:created>
  <dcterms:modified xsi:type="dcterms:W3CDTF">2026-03-09T15:21:34Z</dcterms:modified>
</cp:coreProperties>
</file>