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043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411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254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09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849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700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46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895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7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139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627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21313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282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348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302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667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15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26E84BA-AF50-4E1F-885A-09E97DF1053D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45986-0A54-4573-BDE5-9B8910DCE1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8906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FLOW CHART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STUDENT GRADES RECORD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619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FLOWCHART 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6" t="1093" r="7590" b="27031"/>
          <a:stretch/>
        </p:blipFill>
        <p:spPr>
          <a:xfrm>
            <a:off x="4650376" y="261257"/>
            <a:ext cx="4689567" cy="6309360"/>
          </a:xfrm>
        </p:spPr>
      </p:pic>
    </p:spTree>
    <p:extLst>
      <p:ext uri="{BB962C8B-B14F-4D97-AF65-F5344CB8AC3E}">
        <p14:creationId xmlns:p14="http://schemas.microsoft.com/office/powerpoint/2010/main" val="30429447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</TotalTime>
  <Words>6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Ion</vt:lpstr>
      <vt:lpstr>FLOW CHART </vt:lpstr>
      <vt:lpstr>FLOWCHART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CHART </dc:title>
  <dc:creator>SS</dc:creator>
  <cp:lastModifiedBy>SS</cp:lastModifiedBy>
  <cp:revision>1</cp:revision>
  <dcterms:created xsi:type="dcterms:W3CDTF">2026-03-09T15:32:43Z</dcterms:created>
  <dcterms:modified xsi:type="dcterms:W3CDTF">2026-03-09T15:37:18Z</dcterms:modified>
</cp:coreProperties>
</file>