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58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916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462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123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90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772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012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14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78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252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06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3603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810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904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390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202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96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AAC032B-3898-4F19-A694-36BC2EA02838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CD4C7-AA4F-4D22-A5AC-92B0F5D2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6768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 project -1 algorithm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Student grades record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523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Start the program</a:t>
            </a:r>
            <a:r>
              <a:rPr lang="en-US" dirty="0" smtClean="0"/>
              <a:t>.</a:t>
            </a:r>
          </a:p>
          <a:p>
            <a:r>
              <a:rPr lang="en-US" dirty="0" smtClean="0"/>
              <a:t>Open </a:t>
            </a:r>
            <a:r>
              <a:rPr lang="en-US" dirty="0"/>
              <a:t>the file student_records.txt in append mode</a:t>
            </a:r>
            <a:r>
              <a:rPr lang="en-US" dirty="0" smtClean="0"/>
              <a:t>.</a:t>
            </a:r>
          </a:p>
          <a:p>
            <a:r>
              <a:rPr lang="en-US" dirty="0" smtClean="0"/>
              <a:t>f </a:t>
            </a:r>
            <a:r>
              <a:rPr lang="en-US" dirty="0"/>
              <a:t>the file cannot be opened, display an error message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Enter </a:t>
            </a:r>
            <a:r>
              <a:rPr lang="en-US" dirty="0"/>
              <a:t>student </a:t>
            </a:r>
            <a:r>
              <a:rPr lang="en-US" dirty="0" smtClean="0"/>
              <a:t>name , roll number</a:t>
            </a:r>
            <a:r>
              <a:rPr lang="en-US" dirty="0"/>
              <a:t>,</a:t>
            </a:r>
            <a:r>
              <a:rPr lang="en-US" dirty="0" smtClean="0"/>
              <a:t> </a:t>
            </a:r>
            <a:r>
              <a:rPr lang="en-US" dirty="0"/>
              <a:t>marks of five subjects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Calculate </a:t>
            </a:r>
            <a:r>
              <a:rPr lang="en-US" dirty="0"/>
              <a:t>the average of the marks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Determine </a:t>
            </a:r>
            <a:r>
              <a:rPr lang="en-US" dirty="0"/>
              <a:t>the grade based on the </a:t>
            </a:r>
            <a:r>
              <a:rPr lang="en-US" dirty="0" smtClean="0"/>
              <a:t>average : Average </a:t>
            </a:r>
            <a:r>
              <a:rPr lang="en-US" dirty="0"/>
              <a:t>≥ 90 → Grade </a:t>
            </a:r>
            <a:r>
              <a:rPr lang="en-US" dirty="0" smtClean="0"/>
              <a:t>A Average </a:t>
            </a:r>
            <a:r>
              <a:rPr lang="en-US" dirty="0"/>
              <a:t>≥ 80 → Grade </a:t>
            </a:r>
            <a:r>
              <a:rPr lang="en-US" dirty="0" smtClean="0"/>
              <a:t>B Average </a:t>
            </a:r>
            <a:r>
              <a:rPr lang="en-US" dirty="0"/>
              <a:t>≥ 70 → Grade </a:t>
            </a:r>
            <a:r>
              <a:rPr lang="en-US" dirty="0" smtClean="0"/>
              <a:t>C Average </a:t>
            </a:r>
            <a:r>
              <a:rPr lang="en-US" dirty="0"/>
              <a:t>≥ 60 → Grade </a:t>
            </a:r>
            <a:r>
              <a:rPr lang="en-US" dirty="0" smtClean="0"/>
              <a:t>D Otherwise </a:t>
            </a:r>
            <a:r>
              <a:rPr lang="en-US" dirty="0"/>
              <a:t>→ Grade </a:t>
            </a:r>
            <a:r>
              <a:rPr lang="en-US" dirty="0" smtClean="0"/>
              <a:t>F </a:t>
            </a:r>
          </a:p>
          <a:p>
            <a:r>
              <a:rPr lang="en-US" dirty="0" smtClean="0"/>
              <a:t>Display </a:t>
            </a:r>
            <a:r>
              <a:rPr lang="en-US" dirty="0"/>
              <a:t>the student details, average, and grade on the </a:t>
            </a:r>
            <a:r>
              <a:rPr lang="en-US" dirty="0" smtClean="0"/>
              <a:t>screen</a:t>
            </a:r>
          </a:p>
          <a:p>
            <a:r>
              <a:rPr lang="en-US" dirty="0" smtClean="0"/>
              <a:t>Save </a:t>
            </a:r>
            <a:r>
              <a:rPr lang="en-US" dirty="0"/>
              <a:t>the data in the file using file handling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Close </a:t>
            </a:r>
            <a:r>
              <a:rPr lang="en-US" dirty="0"/>
              <a:t>the file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End </a:t>
            </a:r>
            <a:r>
              <a:rPr lang="en-US" dirty="0"/>
              <a:t>the program.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825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2772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118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</vt:lpstr>
      <vt:lpstr>C project -1 algorithm </vt:lpstr>
      <vt:lpstr>ALGORITHM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project -1 algorithm </dc:title>
  <dc:creator>SS</dc:creator>
  <cp:lastModifiedBy>SS</cp:lastModifiedBy>
  <cp:revision>1</cp:revision>
  <dcterms:created xsi:type="dcterms:W3CDTF">2026-03-09T15:28:18Z</dcterms:created>
  <dcterms:modified xsi:type="dcterms:W3CDTF">2026-03-09T15:32:00Z</dcterms:modified>
</cp:coreProperties>
</file>